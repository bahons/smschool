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Smart School: Компьютерлік көруге негізделген қауіпсіздік жүйесі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Мектептердегі буллинг пен төбелесті ерте анықтау платформасы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62828"/>
                </a:solidFill>
              </a:defRPr>
            </a:pPr>
            <a:r>
              <a:t>🔴 Өзекті мәселелер: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Мектеп коридорлары мен сыныптарындағы конфликттер мен төбелестер дер кезінде байқалмайды.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Кезекші мұғалімдер мен күзет барлық 10-50 камераны бір уақытта адам факторына байланысты бақылай алмайды.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Дәстүрлі жүйелер тек жазба сақтайды (пост-фактум), ал алдын-алу немесе оқиға кезінде жедел хабарлау жоқ.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Жеке құпиялылық (Privacy): Оқушылардың бет-бейнесін сақтамай, этикалық тұрғыдан қауіпсіз болу қажеттілігі.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Біздің шешім: Нақты уақыттағы биомеханикалық талдау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Бетті танымай, тек қимыл-қозғалыс пен кинетиканы бағалау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B5E20"/>
                </a:solidFill>
              </a:defRPr>
            </a:pPr>
            <a:r>
              <a:t>✔ 🛡 Жоғары сенімділік: Тек силуэт пен қаңқа сызықтары (17 COCO keypoints) негізінде сараптама.</a:t>
            </a:r>
          </a:p>
          <a:p>
            <a:pPr>
              <a:defRPr sz="1800">
                <a:solidFill>
                  <a:srgbClr val="1B5E20"/>
                </a:solidFill>
              </a:defRPr>
            </a:pPr>
            <a:r>
              <a:t>✔ 🎯 Conflict Index метрикасы: Білектер (wrists) жылдамдығы мен үдеуі + оқушылар арасындағы арақашықтық.</a:t>
            </a:r>
          </a:p>
          <a:p>
            <a:pPr>
              <a:defRPr sz="1800">
                <a:solidFill>
                  <a:srgbClr val="1B5E20"/>
                </a:solidFill>
              </a:defRPr>
            </a:pPr>
            <a:r>
              <a:t>✔ ⏱ 2 секундтық растау сүзгісі: Жалған дабылдарды (қол көтеріп амандасу, жылдам жүру) болдырмау үшін индекс 2 сек бойы қауіп шегінен асуы шарт.</a:t>
            </a:r>
          </a:p>
          <a:p>
            <a:pPr>
              <a:defRPr sz="1800">
                <a:solidFill>
                  <a:srgbClr val="1B5E20"/>
                </a:solidFill>
              </a:defRPr>
            </a:pPr>
            <a:r>
              <a:t>✔ 🔒 Құпиялылық (Privacy First): Бас аймағы бұлдырланады, бетті тану қолданылмайды.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Жүйе архитектурасы (Edge AI &amp; Pipeline)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Камера ағынынан бастап Telegram/Dashboard хабарламасына дейін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1E293B"/>
                </a:solidFill>
              </a:defRPr>
            </a:pPr>
            <a:r>
              <a:t>1. Video Stream Ingestion (RTSP / MP4 File Stream) → нақты FPS және уақыт белгісін (timestamp) алу.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2. YOLOv8n-pose Detector → адамдардың 17 негізгі буындарын (keypoints) анықтау.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3. ByteTrack Tracker → әр адамға кадрлар бойы тұрақты ID тағайындау.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4. Conflict Index Engine → білектер үдеуі + жақындық + KDE тығыздық динамикасы.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5. State Machine → НОРМА (жасыл) → ЕСКЕРТУ (сары) → ҚАУІП: ТӨБЕЛЕС (қызыл).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6. Alert &amp; Notification Module → Telegram Bot жедел хабарламасы + Web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Демо және Тестілеу нәтижелері (outputs/)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Тыныш сынып және Нақты төбелес бейнелері бойынша</a:t>
            </a:r>
          </a:p>
        </p:txBody>
      </p:sp>
      <p:pic>
        <p:nvPicPr>
          <p:cNvPr id="3" name="Picture 2" descr="conflic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120640" cy="2457907"/>
          </a:xfrm>
          <a:prstGeom prst="rect">
            <a:avLst/>
          </a:prstGeom>
        </p:spPr>
      </p:pic>
      <p:pic>
        <p:nvPicPr>
          <p:cNvPr id="4" name="Picture 3" descr="conflict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120640" cy="2457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Салыстырмалы Анализ (Инфографика)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Екі жағдайдың параметрлік және уақыттық айырмашылығы</a:t>
            </a:r>
          </a:p>
        </p:txBody>
      </p:sp>
      <p:pic>
        <p:nvPicPr>
          <p:cNvPr id="3" name="Picture 2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875520" cy="5643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Қорытынды және Болашақ жоспар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Жүйені мектептерге енгізу тиімділігі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D47A1"/>
                </a:solidFill>
              </a:defRPr>
            </a:pPr>
            <a:r>
              <a:t>★ 🚀 Жоғары жылдамдық: YOLOv8n жеңіл моделі кез келген Edge серверде (30+ FPS) еркін жұмыс істейді.</a:t>
            </a:r>
          </a:p>
          <a:p>
            <a:pPr>
              <a:defRPr sz="1800">
                <a:solidFill>
                  <a:srgbClr val="0D47A1"/>
                </a:solidFill>
              </a:defRPr>
            </a:pPr>
            <a:r>
              <a:t>★ 🎯 Нөлдік жалған дабыл: 2 секундтық қауіп фильтрі тыныш сыныпта бірде-бір жалған дабыл тудырмады.</a:t>
            </a:r>
          </a:p>
          <a:p>
            <a:pPr>
              <a:defRPr sz="1800">
                <a:solidFill>
                  <a:srgbClr val="0D47A1"/>
                </a:solidFill>
              </a:defRPr>
            </a:pPr>
            <a:r>
              <a:t>★ 📲 Мұғалімдер мен күзетке 1-2 секунд ішінде фото-дәлелмен нақты хабарлама жетеді.</a:t>
            </a:r>
          </a:p>
          <a:p>
            <a:pPr>
              <a:defRPr sz="1800">
                <a:solidFill>
                  <a:srgbClr val="0D47A1"/>
                </a:solidFill>
              </a:defRPr>
            </a:pPr>
            <a:r>
              <a:t>★ 📈 Келесі қадам: Мектептердің орталықтандырылған 102/SOS желісімен интеграциялау.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